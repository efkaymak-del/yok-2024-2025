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ycgoxufnqderztylicv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ycgoxufnqderztylicv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https://docs.google.com/document/d/1Sa5-YZZ2Dobbm2icysCFPwfi6F2l5_oSSOT9AKUHVCg/edit?tab=t.0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dmsogrffopkozxfgbwv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dmsogrffopkozxfgbwv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iwyejtpxratmrkvztrp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iwyejtpxratmrkvztrp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fepmppbsepzjuuzwrnyk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fepmppbsepzjuuzwrny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botlsmxsvbpaqtiikpk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botlsmxsvbpaqtiikpk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padshkslwwnnyvosoxs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padshkslwwnnyvosoxs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rmgeqtfqfgirkrtjqby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rmgeqtfqfgirkrtjqby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qtopsevkgzsiatjkbwr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qtopsevkgzsiatjkbwr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hpvawkxyydpuxdhuqsh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hpvawkxyydpuxdhuqsh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uuurauorynwvyhdedne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uuurauorynwvyhdedne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ycbkvvdaiputquvdigj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ycbkvvdaiputquvdigj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ktvbmlinaebfrrxeaej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ktvbmlinaebfrrxeaej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nxwkdoctfqqcprndgnq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nxwkdoctfqqcprndgnq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vmtiozyflhnpjneaslb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vmtiozyflhnpjneaslb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bphhobbfwtmmpvevper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bphhobbfwtmmpvevper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_vzmylwochzkisiqytdk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_vzmylwochzkisiqytdk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_lvhcyihjhdicjkbpapm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_lvhcyihjhdicjkbpapm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_orpzyareivssrqqiqxc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_orpzyareivssrqqiqxc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_ktfswmtygtyxmwinqmc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_ktfswmtygtyxmwinqm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slide_wwvfmzfcpennuokgczbx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slide_wwvfmzfcpennuokgczb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eydspadcvthtpnnouia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eydspadcvthtpnnouia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Creating an Annotated Bibliography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is an Annotated Bibliography?</a:t>
            </a:r>
            <a:endParaRPr sz="2400"/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list of sources with summaries of each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Helps you understand the scholarly debate on your topic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First step in building the foundation for your research paper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Identifies key scholars and arguments in your field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Purpose of an Annotated Bibliography</a:t>
            </a:r>
            <a:endParaRPr sz="2400"/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Uncover the most important authors and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Find multiple competing arguments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 the implications of different claims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Build the foundation for your Literature Review section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do you think is the most valuable purpose of an annotated bibliography?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Components</a:t>
            </a:r>
            <a:endParaRPr sz="2500"/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Bibliographic entries in a consistent format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Summary paragraphs for each source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Groupings of sources into "schools of thought"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Labels for each school of thought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Starting Your Search</a:t>
            </a:r>
            <a:endParaRPr sz="2500"/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Begin with your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key concepts in your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Review materials from related courses you've taken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at sources you found when developing your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courses have you taken that might relate to your research topic?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Finding Scholarly Sources</a:t>
            </a:r>
            <a:endParaRPr sz="2500"/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work by academics, often professors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books published by university presses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peer-reviewed journals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Avoid relying solely on newspapers or popular magazines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cautious with internet sources - not all are scholarly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Using Library Resources</a:t>
            </a:r>
            <a:endParaRPr sz="2500"/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Search your university library catalog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the Library of Congress online catalog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Explore academic databases like JSTOR or ProQuest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Don't forget about interlibrary loan for hard-to-find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Have you used your library's online resources before? What was your experience?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Reading Sources Effectively</a:t>
            </a:r>
            <a:endParaRPr sz="2500"/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the author's thesis and main arguments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how the source answers your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Pay attention to who the author agrees or disagrees with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 key concepts and definitions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the evidence or data the author uses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Taking Good Notes</a:t>
            </a:r>
            <a:endParaRPr sz="2500"/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Write summaries in your own words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page numbers for important information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 how each source relates to your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track of bibliographic information as you go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citation management software if possible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method do you currently use for taking notes on your sources?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Avoiding Plagiarism</a:t>
            </a:r>
            <a:endParaRPr sz="2500"/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Always cite ideas, not just direct quotes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Paraphrase carefully, using your own words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When in doubt, use quotation marks and cite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Remember that plagiarism is a serious academic offense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Properly citing sources strengthens your work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Paraphrasing Effectively</a:t>
            </a:r>
            <a:endParaRPr sz="2500"/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Read the original passage carefully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Close the source and write in your own words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your version to the original to ensure it's different enough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a citation even when paraphrasing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Practice summarizing larger chunks of text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Grouping Your Sources</a:t>
            </a:r>
            <a:endParaRPr sz="2500"/>
          </a:p>
        </p:txBody>
      </p:sp>
      <p:sp>
        <p:nvSpPr>
          <p:cNvPr id="120" name="Google Shape;120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common themes or arguments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different "schools of thought"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using the IIIE framework: Interests, Institutions, Ideas, Economics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Don't force sources into groups if they don't fit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open to revising your groupings as you learn more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might grouping sources help you understand the debate in your field?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Writing Source Summaries</a:t>
            </a:r>
            <a:endParaRPr sz="2500"/>
          </a:p>
        </p:txBody>
      </p:sp>
      <p:sp>
        <p:nvSpPr>
          <p:cNvPr id="126" name="Google Shape;126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how the source answers your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the main argument or thesis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 key supporting points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Mention the types of evidence used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summaries concise (usually one paragraph)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Evaluating Sources</a:t>
            </a:r>
            <a:endParaRPr sz="2500"/>
          </a:p>
        </p:txBody>
      </p:sp>
      <p:sp>
        <p:nvSpPr>
          <p:cNvPr id="132" name="Google Shape;132;p2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the author's credentials and expertise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at the publication date - is it current enough?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Assess the quality of the publisher or journal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Examine the sources the author cites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Think critically about the argument and evidence presented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criteria do you think are most important when evaluating a source?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Using Citation Management Software</a:t>
            </a:r>
            <a:endParaRPr sz="2500"/>
          </a:p>
        </p:txBody>
      </p:sp>
      <p:sp>
        <p:nvSpPr>
          <p:cNvPr id="138" name="Google Shape;138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Popular options: Zotero, Mendeley, EndNote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Helps organize your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generate bibliographies automatically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Allows easy access to your sources later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 offer collaboration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Have you used any citation management software before? Which one?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Choosing a Citation Style</a:t>
            </a:r>
            <a:endParaRPr sz="2500"/>
          </a:p>
        </p:txBody>
      </p:sp>
      <p:sp>
        <p:nvSpPr>
          <p:cNvPr id="144" name="Google Shape;144;p2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Common styles in political science: APSA, APA, Chicago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with your professor for their preference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consistent throughout your 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a style guide or software to ensure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Remember to cite ideas, not just direct quotes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Refining Your Research Question</a:t>
            </a:r>
            <a:endParaRPr sz="2500"/>
          </a:p>
        </p:txBody>
      </p:sp>
      <p:sp>
        <p:nvSpPr>
          <p:cNvPr id="150" name="Google Shape;150;p2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open to adjusting your question as you research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Make sure your sources actually answer your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narrowing or broadening your focus if needed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your question is specific and answerable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Discuss potential changes with your professor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has your research question evolved since you started your project?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Identifying Gaps in Your Research</a:t>
            </a:r>
            <a:endParaRPr sz="2500"/>
          </a:p>
        </p:txBody>
      </p:sp>
      <p:sp>
        <p:nvSpPr>
          <p:cNvPr id="156" name="Google Shape;156;p3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perspectives that are missing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if you have a balance of older and newer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if you've covered all relevant aspects of your topic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See if there are opposing viewpoints you haven't found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Ask your professor or librarian for suggestions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Organizing Your Annotated Bibliography</a:t>
            </a:r>
            <a:endParaRPr sz="2400"/>
          </a:p>
        </p:txBody>
      </p:sp>
      <p:sp>
        <p:nvSpPr>
          <p:cNvPr id="162" name="Google Shape;162;p3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 sources by school of thought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clear headings for each 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your research question at the beginning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using a table to organize your initial findings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Make sure your organization reflects the debate in your field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Revising Your Annotated Bibliography</a:t>
            </a:r>
            <a:endParaRPr sz="2400"/>
          </a:p>
        </p:txBody>
      </p:sp>
      <p:sp>
        <p:nvSpPr>
          <p:cNvPr id="168" name="Google Shape;168;p3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Reread and refine your summaries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Double-check all citations for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your groupings make sense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connections between different schools of thought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getting feedback from a peer or writing center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part of the revision process do you think will be most challenging?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Using Your Annotated Bibliography</a:t>
            </a:r>
            <a:endParaRPr sz="2400"/>
          </a:p>
        </p:txBody>
      </p:sp>
      <p:sp>
        <p:nvSpPr>
          <p:cNvPr id="174" name="Google Shape;174;p3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Refer back to it as you write your paper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it to structure your literature review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potential gaps for your own research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 generate ideas for your theoretical framework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it as a resource for future projects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do you plan to use your annotated bibliography in your research process?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