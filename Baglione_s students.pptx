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dhrowzpwkucamlqdjykn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dhrowzpwkucamlqdjykn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from: https://docs.google.com/document/d/1w3oO5MjfUDtFPES9iEJPxWDdjOR6-4c3LbW2vgIVs2E/edit?tab=t.0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c876463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c876463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slide_iejenmspeytqcqpeddky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slide_iejenmspeytqcqpeddk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slide_otppbuiwogiwvtbxwvlv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slide_otppbuiwogiwvtbxwvlv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slide_gpdmlcmjgbzqcpjucsbg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slide_gpdmlcmjgbzqcpjucsbg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slide_xeyubqtqarveqhrdzkjn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slide_xeyubqtqarveqhrdzkjn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slide_nyfccmliycqbttsypwj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slide_nyfccmliycqbttsypwj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slide_vhrjylpsinaofvtsvojs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slide_vhrjylpsinaofvtsvoj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slide_ldrilenepbdpvoowzrt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slide_ldrilenepbdpvoowzrt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slide_kmnzopmehwswbkgeouwt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slide_kmnzopmehwswbkgeouwt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slide_vxcqxtebdzgxukpukgsu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slide_vxcqxtebdzgxukpukgsu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slide_tzjbmmxkvoldlydfahoj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slide_tzjbmmxkvoldlydfahoj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1000" y="1333500"/>
            <a:ext cx="8255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Student Research Profiles: From Interests to Questions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Meet Gabriela: Immigration &amp; Politics</a:t>
            </a:r>
            <a:endParaRPr sz="2400"/>
          </a:p>
        </p:txBody>
      </p:sp>
      <p:sp>
        <p:nvSpPr>
          <p:cNvPr id="64" name="Google Shape;64;p1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Latina student from California interested in immigration policy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Inspired by 2008 election and campaign volunteering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Interned on Capitol Hill in 2013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Research Question: Why is immigration reform so hard to achieve in 2014?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factors do you think make immigration reform challenging?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Meet Kevin: Social Media &amp; Revolution</a:t>
            </a:r>
            <a:endParaRPr sz="2500"/>
          </a:p>
        </p:txBody>
      </p:sp>
      <p:sp>
        <p:nvSpPr>
          <p:cNvPr id="70" name="Google Shape;70;p1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Political news enthusiast and school newspaper writer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Fascinated by social media's role in politics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Inspired by documentary on Arab Spring revolutions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Research Question: Why did Tunisia have more success with democratic transformation than other Middle Eastern countries?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Meet Max: Olympics &amp; International Politics</a:t>
            </a:r>
            <a:endParaRPr sz="2400"/>
          </a:p>
        </p:txBody>
      </p:sp>
      <p:sp>
        <p:nvSpPr>
          <p:cNvPr id="76" name="Google Shape;76;p17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Passionate about world geography and international sports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Grew up hearing Cold War Olympic stories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Interested in modern Russian foreign policy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Research Question: Why did Russia intervene in Georgia (2008) and Ukraine (2014) during Olympic periods?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Meet Zoe: Gender &amp; Political Representation</a:t>
            </a:r>
            <a:endParaRPr sz="2400"/>
          </a:p>
        </p:txBody>
      </p:sp>
      <p:sp>
        <p:nvSpPr>
          <p:cNvPr id="82" name="Google Shape;82;p1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Long-standing interest in female political leaders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Inspired by Hillary Clinton's 2008 campaign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Focused on gender representation in government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Research Questions: How do female legislators differ from male ones? Do they pass more women's-issue legislation?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From Personal Interest to Research</a:t>
            </a:r>
            <a:endParaRPr sz="2400"/>
          </a:p>
        </p:txBody>
      </p:sp>
      <p:sp>
        <p:nvSpPr>
          <p:cNvPr id="88" name="Google Shape;88;p19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All students connected personal passions to political questions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Drew from current events and news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Linked classroom learning to real-world issues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Turned broad topics into specific questions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are your personal interests that could become research topics?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Making Questions Specific</a:t>
            </a:r>
            <a:endParaRPr sz="2500"/>
          </a:p>
        </p:txBody>
      </p:sp>
      <p:sp>
        <p:nvSpPr>
          <p:cNvPr id="94" name="Google Shape;94;p20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Started with broad interests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Narrowed focus to particular events or time periods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Removed assumed answers from questions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Made questions measurable and researchable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Good Question Words</a:t>
            </a:r>
            <a:endParaRPr sz="2500"/>
          </a:p>
        </p:txBody>
      </p:sp>
      <p:sp>
        <p:nvSpPr>
          <p:cNvPr id="100" name="Google Shape;100;p21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Why (Why did voter turnout change?)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(How do term limits affect behavior?)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To what extent (To what extent did social media impact the revolution?)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Under what conditions (Under what conditions do reforms succeed?)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factors (What factors influence election outcomes?)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Words to Avoid in Questions</a:t>
            </a:r>
            <a:endParaRPr sz="2500"/>
          </a:p>
        </p:txBody>
      </p:sp>
      <p:sp>
        <p:nvSpPr>
          <p:cNvPr id="106" name="Google Shape;106;p22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Should (Should voting age be lowered?)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Will (Will China become more democratic?)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Can (Can democracy work in all countries?)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Would (Would term limits improve Congress?)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Simple yes/no questions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Finding Evidence</a:t>
            </a:r>
            <a:endParaRPr sz="2500"/>
          </a:p>
        </p:txBody>
      </p:sp>
      <p:sp>
        <p:nvSpPr>
          <p:cNvPr id="112" name="Google Shape;112;p23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Used academic databases and journals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Consulted news sources and media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Drew from classroom materials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Referenced historical examples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Analyzed current events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would you find evidence for your research question?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From Questions to Research</a:t>
            </a:r>
            <a:endParaRPr sz="2500"/>
          </a:p>
        </p:txBody>
      </p:sp>
      <p:sp>
        <p:nvSpPr>
          <p:cNvPr id="118" name="Google Shape;118;p2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Questions guide the research process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Help focus on specific concepts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Lead to testable hypotheses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Connect to existing scholarly debates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Allow for evidence-based conclusions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research question interests you most from these examples?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