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cfpkmmzsyolgxjbvpayk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cfpkmmzsyolgxjbvpayk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https://docs.google.com/document/d/14XEGWtFCYlKja2mOe5aozuwkVbdK31-L6DNB0dFz1aM/edit?tab=t.0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mzvfptjllmqvyxcncuh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mzvfptjllmqvyxcncuh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ejzfvuzhezvleiihddt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ejzfvuzhezvleiihddt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fgpjucajwqlsntdopnd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fgpjucajwqlsntdopnd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xwcrltbrppmepjlsutha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xwcrltbrppmepjlsutha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dkqxvzhdxfwwwodcrgz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dkqxvzhdxfwwwodcrgz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The Importance of Teaching Research Writing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Why Research Writing Matters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Teaches valuable skills in writing, research, logic, and analysis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Helps students become better critical thinkers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Empowers students to evaluate information and arguments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Develops skills needed for citizenship in a democracy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Makes students better consumers of information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The Impact of Great Teachers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Story of Jack Moran, expert research writing teacher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Guided over 1000 undergraduate thesis projects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Mentored both students and graduate teaching assistants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Created supportive learning environment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How have teachers impacted your learning journey?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Key Benefits of Research Papers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Learn to assess arguments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Develop ability to weigh evidence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Practice evaluating data and comparisons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Apply critical thinking to real-world issues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Build confidence in academic writing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What skills do you hope to gain from writing research papers?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Common Concerns About Research Papers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Too much pressure on students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Too specialized for liberal arts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Heavy workload for teachers and students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Time intensive process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How would you address these concerns based on the benefits we discussed?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Research Writing Success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Start with clear research questions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Get guidance from teachers and mentors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Break the process into manageable steps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Focus on developing critical thinking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Remember the goal: becoming an informed citizen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What steps will you take to succeed in your research paper?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