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Preface to the Second Edition</a:t>
            </a:r>
          </a:p>
          <a:p>
            <a:r>
              <a:t>Contemporary Political Philosophy: An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 Will Kymlicka</a:t>
            </a:r>
          </a:p>
          <a:p>
            <a:r>
              <a:t>Summary &amp; Key Themes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Will Kymlicka reflects on the purpose of the book</a:t>
            </a:r>
          </a:p>
          <a:p>
            <a:r>
              <a:t>• Written after graduate school, aiming for a comprehensive overview</a:t>
            </a:r>
          </a:p>
          <a:p>
            <a:r>
              <a:t>• Acknowledges rapid growth in political philosophy since the first edition</a:t>
            </a:r>
          </a:p>
          <a:p>
            <a:r>
              <a:t>• Expands coverage on citizenship and multiculturalism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Updating the 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Growth of political philosophy makes full coverage difficult</a:t>
            </a:r>
          </a:p>
          <a:p>
            <a:r>
              <a:t>• Expansion of journals and new fields (e.g., deliberative democracy, multiculturalism)</a:t>
            </a:r>
          </a:p>
          <a:p>
            <a:r>
              <a:t>• Struggles to maintain a coherent narrative across diverse theories</a:t>
            </a:r>
          </a:p>
          <a:p>
            <a:r>
              <a:t>• Excludes environmental ethics and animal rights, despite their importance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Themes of the 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Liberal democracy as the dominant framework</a:t>
            </a:r>
          </a:p>
          <a:p>
            <a:r>
              <a:t>• Relationship between mainstream theories and critiques</a:t>
            </a:r>
          </a:p>
          <a:p>
            <a:r>
              <a:t>• The role of responsibility in justice and political philosophy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Theories and Their Debates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Mainstream Theories: Utilitarianism, Liberal Equality, Libertarianism</a:t>
            </a:r>
          </a:p>
          <a:p>
            <a:r>
              <a:t>• Critiques &amp; Alternatives: Marxism, Communitarianism, Feminism, Multiculturalism</a:t>
            </a:r>
          </a:p>
          <a:p>
            <a:r>
              <a:t>• Debate: Should liberal democracy be reformed or replaced?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Book remains an introduction to major debates</a:t>
            </a:r>
          </a:p>
          <a:p>
            <a:r>
              <a:t>• Highlights how political theories respond to past weaknesses</a:t>
            </a:r>
          </a:p>
          <a:p>
            <a:r>
              <a:t>• Encourages students to engage with contemporary discussions</a:t>
            </a:r>
          </a:p>
          <a:p>
            <a:r>
              <a:t>• Acknowledges ongoing challenges in defining justice and equality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213</Words>
  <Application>Microsoft Office PowerPoint</Application>
  <PresentationFormat>On-screen Show (4:3)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Preface to the Second Edition Contemporary Political Philosophy: An Introduction</vt:lpstr>
      <vt:lpstr>Introduction</vt:lpstr>
      <vt:lpstr>Challenges in Updating the Book</vt:lpstr>
      <vt:lpstr>Key Themes of the Book</vt:lpstr>
      <vt:lpstr>Theories and Their Debates</vt:lpstr>
      <vt:lpstr>Conclusion and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Erol Kaymak</dc:creator>
  <cp:keywords/>
  <dc:description>generated using python-pptx</dc:description>
  <cp:lastModifiedBy>Erol Kaymak</cp:lastModifiedBy>
  <cp:revision>1</cp:revision>
  <dcterms:created xsi:type="dcterms:W3CDTF">2013-01-27T09:14:16Z</dcterms:created>
  <dcterms:modified xsi:type="dcterms:W3CDTF">2025-02-27T07:44:47Z</dcterms:modified>
  <cp:category/>
</cp:coreProperties>
</file>