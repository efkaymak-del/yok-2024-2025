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hokcfphrgckqggfdrim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hokcfphrgckqggfdrim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https://docs.google.com/document/d/18IB4shL8NHwHGKydSYmkN0NE8AmQluR9XgZxCtSa9UY/edit?tab=t.0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csjcdrzwnbxkhskfmko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csjcdrzwnbxkhskfmko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ifycepfvqdnmxhauqle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ifycepfvqdnmxhauqle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odnmwdednnldpejtbjt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odnmwdednnldpejtbjt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aitsxaaajkdyescztjg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aitsxaaajkdyescztjg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fxthzxvaqcaareldynx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fxthzxvaqcaareldynx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pgnqdfzjwsytdxnqapr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pgnqdfzjwsytdxnqapr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dholpkcsmdwrlhwlbfs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dholpkcsmdwrlhwlbfs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sanrvnvpwburjnujxtd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sanrvnvpwburjnujxtd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knoqihwvmmqhylogbzi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knoqihwvmmqhylogbzi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wuxjzeijkqmyzrgxvch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wuxjzeijkqmyzrgxvch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dwvaynaamydcdnznpia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dwvaynaamydcdnznpia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eoozrghyvmuwxjcttelk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eoozrghyvmuwxjcttel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_ikqbzuagnrvxffcjntr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_ikqbzuagnrvxffcjntr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_xodbcvtxsxmeegcibhc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_xodbcvtxsxmeegcibhc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_tqejwbabiehbvaqwtvcu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_tqejwbabiehbvaqwtvc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slide_gvedcqwajgvazahccqb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slide_gvedcqwajgvazahccqb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_tysllnkgzmutskpnpmqx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_tysllnkgzmutskpnpmq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_kqfqudgrwgepgtzqbkj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_kqfqudgrwgepgtzqbkj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slide_hbdvcawohalouidxyrl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slide_hbdvcawohalouidxyrl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_zlanvaheuznzyvgnlic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_zlanvaheuznzyvgnlic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Writing Effective Research Papers in Political Science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Common Student Reactions to Research Papers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Horror and panic due to uncertainty about how to write one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False confidence assuming it's "just a report"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Tendency to procrastinate until the last minute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Misconception that writing skills are innate rather than learned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Which reaction have you experienced with research papers?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Why Research Papers Feel Daunting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Few schools explicitly teach research paper writing skills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task seems unbounded and overwhelming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Students often don't know where to start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Writing conventions differ across academic disciplines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Faculty assume students already know how to write papers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What aspects of research papers do you find most challenging?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What a Research Paper Is NOT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 just a descriptive report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 a "data dump" of all available information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 simply stating facts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 writing without purpose or structure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 something that can be completed last-minute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How does this differ from your previous understanding?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Court Case Metaphor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are presenting a case to judge and jury (readers)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Must acknowledge opposing viewpoints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Need to show your logic and evidence are stronger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Everything connects to support your argument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Only include relevant details that advance your case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Painting Metaphor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Level of detail depends on scope and subject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Too few details make work unidentifiable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Too many details create confusion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Aim for "just right" balance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Details should serve the overall purpose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Marathon Metaphor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Cannot complete without proper preparation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Requires training and building up skills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Takes time, energy and dedication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Success comes through steady progress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Rushing at the end leads to poor results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Key Components of Research Papers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Research Question (RQ)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Literature Review (LR)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Thesis development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Research Design (RD)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Analysis and Assessment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Introduction and Conclusion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Which component seems most challenging to you?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Writing as an Iterative Process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 a linear progression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Spiral process of constant improvement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Requires multiple drafts and revisions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Early writing helps develop ideas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"First thoughts are not best thoughts"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Revision vs. Editing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Revision: Rethinking and major rewriting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Editing: Grammar, format, word choice fixes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Both are essential but serve different purposes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Revision improves argument and evidence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Editing polishes final presentation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Benefits Beyond the Classroom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Develops critical thinking skills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Improves professional writing ability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Teaches evidence-based argumentation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Builds research capabilities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Applicable to many career paths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How might these skills help in your intended career?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Research Question (RQ)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Must be interesting and important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Guides entire research process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Should interest scholars and practitioners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Sets scope and direction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Foundation for the paper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Literature Review Purpose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Understand existing scholarly debate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Identify different schools of thought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Assess strengths and weaknesses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Find gaps in current knowledge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Develop your own thesis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Research Design Elements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Case selection and justification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Concept measurement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Data collection methods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Recognition of limitations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Plan for analysis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Analysis Best Practices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Follow research design plan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Evaluate evidence systematically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Consider alternative explanations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Present data clearly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Draw warranted conclusions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Creating Strong Introductions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Communicate question and thesis clearly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Provide roadmap for paper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Engage reader's interest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Establish significance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Preview methodology and findings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Writing Effective Conclusions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Synthesize key findings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Explain significance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Address limitations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Suggest future research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End with impact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What makes a conclusion memorable?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Keys to Success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Start early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Work steadily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Revise multiple times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Seek feedback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Follow guidelines carefully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Common Pitfalls to Avoid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Waiting until the last minute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Treating it as just a "report"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Ignoring feedback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Skipping revision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Including irrelevant information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Tortoise Approach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Slow and steady wins the race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Break large tasks into smaller pieces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Make consistent progress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Focus on quality over speed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Celebrate small victories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How will you pace yourself on your paper?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Available Resources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Writing center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Professor office hours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Library research help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Peer review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Online guides and tools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Question: Which resources will you utilize?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