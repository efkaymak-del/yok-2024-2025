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_jggnamrmpefxmjltvuc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_jggnamrmpefxmjltvuc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Created from: https://docs.google.com/document/d/1jktkfm8zA5pkUfwK6S_Wobdx8edLFwncaR2TnZItNhc/edit?tab=t.0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slide_tssfpppmjlhlsavolix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slide_tssfpppmjlhlsavolix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slide_itdmnoexuswpfdrvqinx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slide_itdmnoexuswpfdrvqin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slide_vwxslgemxubsqnsypmac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slide_vwxslgemxubsqnsypmac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slide_bamnzikbzfucsfpxxpbt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slide_bamnzikbzfucsfpxxpbt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slide_fkigxhwvplohlacaavg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slide_fkigxhwvplohlacaavg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_jwdvpflnhicecmttcwnq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_jwdvpflnhicecmttcwnq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slide_klwljriizeryrnlwqst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slide_klwljriizeryrnlwqst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_gcsemqkzvmejpjvzgwx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_gcsemqkzvmejpjvzgwx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slide_ggkotvjewpglwarxzqw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slide_ggkotvjewpglwarxzqw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slide_nqvpcpnheeeqifnyqqzy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slide_nqvpcpnheeeqifnyqqzy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slide_jovwgnzgepoerfwjzsx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slide_jovwgnzgepoerfwjzsx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slide_yezimnsnvfhffyqbmetv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slide_yezimnsnvfhffyqbmetv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_vscelpibrkrzqtlogzx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_vscelpibrkrzqtlogzx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slide_leroqltqekkrmuwocfsm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slide_leroqltqekkrmuwocfsm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slide_opkemskujtyszufknzrs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slide_opkemskujtyszufknzrs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slide_nummnyjbsbvciaigtlhf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slide_nummnyjbsbvciaigtlhf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slide_nhtndmelycmsqexpdsku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slide_nhtndmelycmsqexpdsku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slide_tuhvmqpzplsmjfbmotmd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slide_tuhvmqpzplsmjfbmotmd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slide_xlxyylediyqajziyfhhx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slide_xlxyylediyqajziyfhhx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slide_ogubxpmcjjzghvmlqhtg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slide_ogubxpmcjjzghvmlqhtg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81000" y="1333500"/>
            <a:ext cx="82551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</a:rPr>
              <a:t>Research Design: Crafting a Rigorous Academic Study</a:t>
            </a: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What is Research Design?</a:t>
            </a:r>
            <a:endParaRPr sz="2500"/>
          </a:p>
        </p:txBody>
      </p:sp>
      <p:sp>
        <p:nvSpPr>
          <p:cNvPr id="60" name="Google Shape;60;p1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Your strategic plan for evaluating a research thesis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 critical roadmap for academic investigation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Comparable to a medical research protocol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Helps defend your research choices and methodology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Research Marathon: Where Are You?</a:t>
            </a:r>
            <a:endParaRPr sz="2400"/>
          </a:p>
        </p:txBody>
      </p:sp>
      <p:sp>
        <p:nvSpPr>
          <p:cNvPr id="66" name="Google Shape;66;p1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You're at mile 12 of your research paper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Almost halfway through the entire process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Feeling tired but close to an exciting breakthrough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pushing forward with determination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Key Tasks in Research Design</a:t>
            </a:r>
            <a:endParaRPr sz="2500"/>
          </a:p>
        </p:txBody>
      </p:sp>
      <p:sp>
        <p:nvSpPr>
          <p:cNvPr id="72" name="Google Shape;72;p1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Select cases for study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Define key concepts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Establish strategy for knowing concept values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information sources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Discuss precise methodology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Medical Science Analogy</a:t>
            </a:r>
            <a:endParaRPr sz="2500"/>
          </a:p>
        </p:txBody>
      </p:sp>
      <p:sp>
        <p:nvSpPr>
          <p:cNvPr id="78" name="Google Shape;78;p1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design mirrors medical research approaches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Negative findings are just as important as positive ones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Researchers pride themselves on following appropriate processes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Goal is learning, not proving a hypothesis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Case Selection Strategies</a:t>
            </a:r>
            <a:endParaRPr sz="2500"/>
          </a:p>
        </p:txBody>
      </p:sp>
      <p:sp>
        <p:nvSpPr>
          <p:cNvPr id="84" name="Google Shape;84;p1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Look for variation in outcomes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Control for alternative explanations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Choose cases that provide meaningful comparison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Minimize sampling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Represent the broader population accurately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Variation in Research</a:t>
            </a:r>
            <a:endParaRPr sz="2500"/>
          </a:p>
        </p:txBody>
      </p:sp>
      <p:sp>
        <p:nvSpPr>
          <p:cNvPr id="90" name="Google Shape;90;p1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Seek different levels or types of outcomes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Compare extreme or contrasting scenarios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Understand how your concept works across different conditions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Demonstrate the complexity of your research question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Controlling for Alternative Factors</a:t>
            </a:r>
            <a:endParaRPr sz="2500"/>
          </a:p>
        </p:txBody>
      </p:sp>
      <p:sp>
        <p:nvSpPr>
          <p:cNvPr id="96" name="Google Shape;96;p2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Identify potential competing explanations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Literature Review to understand alternative factors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Keep other potential causes as constant as possible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Isolate the impact of your key variable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Concept Operationalization</a:t>
            </a:r>
            <a:endParaRPr sz="2500"/>
          </a:p>
        </p:txBody>
      </p:sp>
      <p:sp>
        <p:nvSpPr>
          <p:cNvPr id="102" name="Google Shape;102;p2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Transform theoretical concepts into measurable variables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multiple indicators when possible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validity and reliability of measurements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clear, defensible operational definitions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Validity in Measurement</a:t>
            </a:r>
            <a:endParaRPr sz="2500"/>
          </a:p>
        </p:txBody>
      </p:sp>
      <p:sp>
        <p:nvSpPr>
          <p:cNvPr id="108" name="Google Shape;108;p2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Accuracy in representing the concept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Capturing the true essence of your variable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Using respected and unbiased sources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Minimizing measurement errors</a:t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Reliability in Research</a:t>
            </a:r>
            <a:endParaRPr sz="2500"/>
          </a:p>
        </p:txBody>
      </p:sp>
      <p:sp>
        <p:nvSpPr>
          <p:cNvPr id="114" name="Google Shape;114;p2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Consistency in measurement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Ability to reproduce results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Reducing personal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Creating transparent measurement strategies</a:t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 Source Evaluation</a:t>
            </a:r>
            <a:endParaRPr sz="2500"/>
          </a:p>
        </p:txBody>
      </p:sp>
      <p:sp>
        <p:nvSpPr>
          <p:cNvPr id="120" name="Google Shape;120;p24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Check source credibility using five criteria: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1. Authority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2. Accuracy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3. Coverage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4. Currency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5. Objectivity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a critical consumer of information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Methodology Selection</a:t>
            </a:r>
            <a:endParaRPr sz="2500"/>
          </a:p>
        </p:txBody>
      </p:sp>
      <p:sp>
        <p:nvSpPr>
          <p:cNvPr id="126" name="Google Shape;126;p25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Choose appropriate research approach: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1. Statistical analysis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2. Comparative case study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3. Discourse analysis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Align method with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Consider available resources and constraints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Common Research Challenges</a:t>
            </a:r>
            <a:endParaRPr sz="2500"/>
          </a:p>
        </p:txBody>
      </p:sp>
      <p:sp>
        <p:nvSpPr>
          <p:cNvPr id="132" name="Google Shape;132;p26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Limited data availability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Imperfect case comparisons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Resource constraints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Potential measurement limitations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Need for creative problem-solving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7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Avoiding Research Pitfalls</a:t>
            </a:r>
            <a:endParaRPr sz="2500"/>
          </a:p>
        </p:txBody>
      </p:sp>
      <p:sp>
        <p:nvSpPr>
          <p:cNvPr id="138" name="Google Shape;138;p27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Never try to "prove" your hypothesis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Embrace unexpected findings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transparent about research limitations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Maintain academic integrity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Focus on learning and understanding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Data Generation Strategies</a:t>
            </a:r>
            <a:endParaRPr sz="2500"/>
          </a:p>
        </p:txBody>
      </p:sp>
      <p:sp>
        <p:nvSpPr>
          <p:cNvPr id="144" name="Google Shape;144;p28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Develop surveys and interviews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Create research instruments carefully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Obtain institutional review board approval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Design questions that minimize bias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Ensure ethical research practices</a:t>
            </a:r>
            <a:endParaRPr sz="18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9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Research Design Components</a:t>
            </a:r>
            <a:endParaRPr sz="2500"/>
          </a:p>
        </p:txBody>
      </p:sp>
      <p:sp>
        <p:nvSpPr>
          <p:cNvPr id="150" name="Google Shape;150;p29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Clear research question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Well-defined conceptual framework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Systematic case selection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Precise operationalization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Transparent methodology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Writing Your Research Design</a:t>
            </a:r>
            <a:endParaRPr sz="2500"/>
          </a:p>
        </p:txBody>
      </p:sp>
      <p:sp>
        <p:nvSpPr>
          <p:cNvPr id="156" name="Google Shape;156;p30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clear, direct language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Explain your choices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Justify your methodological decisions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concise yet comprehensive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Address potential criticisms proactively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Reflection and Next Steps</a:t>
            </a:r>
            <a:endParaRPr sz="2500"/>
          </a:p>
        </p:txBody>
      </p:sp>
      <p:sp>
        <p:nvSpPr>
          <p:cNvPr id="162" name="Google Shape;162;p31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Review your research design critically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Consult with advisors or instructors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 prepared to refine your approach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Remain flexible and open to adaptation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Embrace the research journey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Key Takeaways</a:t>
            </a:r>
            <a:endParaRPr sz="2500"/>
          </a:p>
        </p:txBody>
      </p:sp>
      <p:sp>
        <p:nvSpPr>
          <p:cNvPr id="168" name="Google Shape;168;p32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Research design is a strategic roadmap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Methodology matters as much as findings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Transparency and rigor are essential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Learning is the ultimate research goal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Embrace complexity and uncertainty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/>
        </p:nvSpPr>
        <p:spPr>
          <a:xfrm>
            <a:off x="317500" y="406400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Citations</a:t>
            </a:r>
            <a:endParaRPr sz="2500"/>
          </a:p>
        </p:txBody>
      </p:sp>
      <p:sp>
        <p:nvSpPr>
          <p:cNvPr id="174" name="Google Shape;174;p33"/>
          <p:cNvSpPr txBox="1"/>
          <p:nvPr/>
        </p:nvSpPr>
        <p:spPr>
          <a:xfrm>
            <a:off x="269875" y="1143000"/>
            <a:ext cx="71247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Original document: Research Design Chapter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Freedom House website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CIA World Factbook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Arab Social Media Report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Academic research methodology resources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