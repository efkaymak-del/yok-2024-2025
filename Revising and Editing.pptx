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vpkarcgkggigqjziztm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vpkarcgkggigqjziztm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from: https://docs.google.com/document/d/1y5zLjGBJYqwJGqd2-VBvXNwBrdsOPw06u5dfFrFnE4I/edit?tab=t.0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xqkaeeagjthyttwulhn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xqkaeeagjthyttwulhn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elfshhaookdrbxwjetp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elfshhaookdrbxwjetp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vcgxzrpgpengsebxfin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vcgxzrpgpengsebxfin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ooeklttttrflxcdjora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ooeklttttrflxcdjora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_canpztgdvfoowslozzpu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_canpztgdvfoowslozzpu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_dbslomvvajnffhcwwfau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_dbslomvvajnffhcwwfau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muaxrcfxcwkrrxtoacd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muaxrcfxcwkrrxtoacd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zqevfepeeuinvtjpmql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zqevfepeeuinvtjpmql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tyorhewkkvgvpqqbvyyt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tyorhewkkvgvpqqbvyy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ghndebgnkmzgpqpesmv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ghndebgnkmzgpqpesmv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_axwtblxlbvmjrkutyxgw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_axwtblxlbvmjrkutyxgw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lide_rqhosiwdxoamhhdtdpi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lide_rqhosiwdxoamhhdtdpi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slide_tmbaaxxgsulkwdlgodkr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slide_tmbaaxxgsulkwdlgodk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slide_hdtfasfzmfmkaurklrv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slide_hdtfasfzmfmkaurklrv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slide_zlvhemglzswkowhisze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slide_zlvhemglzswkowhisze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slide_inhgtpcuogzreajvogb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slide_inhgtpcuogzreajvogb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Revising and Editing Your Academic Writing: A Comprehensive Guide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Writing-Thinking Spiral</a:t>
            </a:r>
            <a:endParaRPr sz="2400"/>
          </a:p>
        </p:txBody>
      </p:sp>
      <p:sp>
        <p:nvSpPr>
          <p:cNvPr id="60" name="Google Shape;60;p1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Writing is not a linear process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Think of your writing as a spiral or spring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Move forward, then reconsider previous decisions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Balance rethinking with forward motion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Myth-Busting: Writing Ability</a:t>
            </a:r>
            <a:endParaRPr sz="2500"/>
          </a:p>
        </p:txBody>
      </p:sp>
      <p:sp>
        <p:nvSpPr>
          <p:cNvPr id="66" name="Google Shape;66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Writing is a skill, not an innate talent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Everyone can improve their writing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Practice and dedication are key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Most authors write multiple drafts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Two Key Elements of Successful Writing</a:t>
            </a:r>
            <a:endParaRPr sz="2400"/>
          </a:p>
        </p:txBody>
      </p:sp>
      <p:sp>
        <p:nvSpPr>
          <p:cNvPr id="72" name="Google Shape;72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Macro Level: Structure and Organization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Micro Level: Sentence and Paragraph Quality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Thesis statement is central to structure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Clear, concise language is crucial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Revising vs. Editing: What's the Difference?</a:t>
            </a:r>
            <a:endParaRPr sz="2400"/>
          </a:p>
        </p:txBody>
      </p:sp>
      <p:sp>
        <p:nvSpPr>
          <p:cNvPr id="78" name="Google Shape;78;p1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Revising: Macro-level changes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Modify structure and main ideas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Editing: Micro-level corrections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Focus on grammar, citations, and presentation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Responding to Feedback</a:t>
            </a:r>
            <a:endParaRPr sz="2500"/>
          </a:p>
        </p:txBody>
      </p:sp>
      <p:sp>
        <p:nvSpPr>
          <p:cNvPr id="84" name="Google Shape;84;p1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Always address reader suggestions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Discuss unclear or disagreeable feedback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Explain your reasoning if you reject advice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Never ignore carefully provided comments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Art of Cutting and Refining</a:t>
            </a:r>
            <a:endParaRPr sz="2500"/>
          </a:p>
        </p:txBody>
      </p:sp>
      <p:sp>
        <p:nvSpPr>
          <p:cNvPr id="90" name="Google Shape;90;p1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Don't be afraid to remove sections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Keep an electronic backup of original draft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Recognize that deleted text was part of your learning process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pared-down paper demonstrates understanding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Word Choice Matters</a:t>
            </a:r>
            <a:endParaRPr sz="2500"/>
          </a:p>
        </p:txBody>
      </p:sp>
      <p:sp>
        <p:nvSpPr>
          <p:cNvPr id="96" name="Google Shape;96;p2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Aim for precision, not complexity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Vary your language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a thesaurus carefully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Avoid repetitive words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cautious with pronouns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Citation and Quotation Precision</a:t>
            </a:r>
            <a:endParaRPr sz="2500"/>
          </a:p>
        </p:txBody>
      </p:sp>
      <p:sp>
        <p:nvSpPr>
          <p:cNvPr id="102" name="Google Shape;102;p2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Ensure citations are accurate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Double-check page numbers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Verify quotation accuracy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Avoid accidental plagiarism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proper citation format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Getting Fresh Perspectives</a:t>
            </a:r>
            <a:endParaRPr sz="2500"/>
          </a:p>
        </p:txBody>
      </p:sp>
      <p:sp>
        <p:nvSpPr>
          <p:cNvPr id="108" name="Google Shape;108;p2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Ask a trusted reader to review your work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Consider using a writing center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Read your paper aloud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Listen for awkward phrasing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Make necessary adjustments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Editing Techniques</a:t>
            </a:r>
            <a:endParaRPr sz="2500"/>
          </a:p>
        </p:txBody>
      </p:sp>
      <p:sp>
        <p:nvSpPr>
          <p:cNvPr id="114" name="Google Shape;114;p2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spelling and grammar check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Consult style manuals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Transform passive to active voice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Avoid colloquialisms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Eliminate personal pronouns in formal writing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Timing and Preparation</a:t>
            </a:r>
            <a:endParaRPr sz="2500"/>
          </a:p>
        </p:txBody>
      </p:sp>
      <p:sp>
        <p:nvSpPr>
          <p:cNvPr id="120" name="Google Shape;120;p2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Finish draft well before deadline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Take breaks between drafts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Allow time for final polishing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Aim to complete draft 3-7 days early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Gain necessary distance from your work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Final Presentation Checklist</a:t>
            </a:r>
            <a:endParaRPr sz="2500"/>
          </a:p>
        </p:txBody>
      </p:sp>
      <p:sp>
        <p:nvSpPr>
          <p:cNvPr id="126" name="Google Shape;126;p2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 printer ink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Run spelling check again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Verify page numbers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Adjust page breaks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Follow formatting instructions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Proofread one last time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Iterative Writing Process</a:t>
            </a:r>
            <a:endParaRPr sz="2500"/>
          </a:p>
        </p:txBody>
      </p:sp>
      <p:sp>
        <p:nvSpPr>
          <p:cNvPr id="132" name="Google Shape;132;p2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Writing is a continuous improvement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Embrace the revision process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Each draft brings you closer to excellence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proud of your progress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Keep spiraling forward!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 Tips for Success</a:t>
            </a:r>
            <a:endParaRPr sz="2500"/>
          </a:p>
        </p:txBody>
      </p:sp>
      <p:sp>
        <p:nvSpPr>
          <p:cNvPr id="138" name="Google Shape;138;p2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Read extensively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Practice writing regularly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patient with yourself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Seek feedback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Continuously improve your skills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Final Motivation</a:t>
            </a:r>
            <a:endParaRPr sz="2500"/>
          </a:p>
        </p:txBody>
      </p:sp>
      <p:sp>
        <p:nvSpPr>
          <p:cNvPr id="144" name="Google Shape;144;p2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 are capable of great writing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Every draft is an achievement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Embrace the learning process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Believe in your ability to improve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Citations</a:t>
            </a:r>
            <a:endParaRPr sz="2500"/>
          </a:p>
        </p:txBody>
      </p:sp>
      <p:sp>
        <p:nvSpPr>
          <p:cNvPr id="150" name="Google Shape;150;p2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Adapted from "Chapter 6: Revising and Editing Your Work" in academic writing textbook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