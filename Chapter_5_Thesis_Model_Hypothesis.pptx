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Chapter 5: Thesis, Model, Hypothesis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Writing a Research Paper in Political Science</a:t>
            </a:r>
          </a:p>
          <a:p>
            <a:r>
              <a:t>Baglione, Chapter 5 Overview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Purpose of the Chapter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Help students develop a clear thesis statement</a:t>
            </a:r>
          </a:p>
          <a:p>
            <a:r>
              <a:t>- Introduce models to structure argument logic</a:t>
            </a:r>
          </a:p>
          <a:p>
            <a:r>
              <a:t>- Guide formulation of testable hypotheses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a Thesis Statement?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Central claim or argument</a:t>
            </a:r>
          </a:p>
          <a:p>
            <a:r>
              <a:t>- Answers the research question</a:t>
            </a:r>
          </a:p>
          <a:p>
            <a:r>
              <a:t>- Should be specific, arguable, and significant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Constructing a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A visual or conceptual representation of argument logic</a:t>
            </a:r>
          </a:p>
          <a:p>
            <a:r>
              <a:t>- Shows causal relationships between variables</a:t>
            </a:r>
          </a:p>
          <a:p>
            <a:r>
              <a:t>- Includes Independent Variable (IV), Dependent Variable (DV), and possibly mediating factors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Model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[Insert a simple causal diagram: e.g., Economic Inequality (IV) → Political Instability (DV)]</a:t>
            </a:r>
          </a:p>
          <a:p>
            <a:r>
              <a:t>- Use arrows to indicate direction of influence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a Hypothesis?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A testable prediction derived from your model</a:t>
            </a:r>
          </a:p>
          <a:p>
            <a:r>
              <a:t>- Links IV and DV</a:t>
            </a:r>
          </a:p>
          <a:p>
            <a:r>
              <a:t>- Should be concise and empirically observable</a:t>
            </a:r>
          </a:p>
          <a:p>
            <a:r>
              <a:t>Example: "As economic inequality increases, political instability rises."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Types of Hypotheses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Directional vs. Non-directional</a:t>
            </a:r>
          </a:p>
          <a:p>
            <a:r>
              <a:t>- Causal vs. Correlational</a:t>
            </a:r>
          </a:p>
          <a:p>
            <a:r>
              <a:t>- Choose based on the research aim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Common Pitfalls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Vague or overly broad thesis</a:t>
            </a:r>
          </a:p>
          <a:p>
            <a:r>
              <a:t>- Unclear or cluttered models</a:t>
            </a:r>
          </a:p>
          <a:p>
            <a:r>
              <a:t>- Hypotheses that are not testable</a:t>
            </a:r>
          </a:p>
          <a:p>
            <a:r>
              <a:t>- Circular reasoning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In-Class Activity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Write a draft thesis statement</a:t>
            </a:r>
          </a:p>
          <a:p>
            <a:r>
              <a:t>- Sketch your model</a:t>
            </a:r>
          </a:p>
          <a:p>
            <a:r>
              <a:t>- Draft two hypotheses based on your model</a:t>
            </a:r>
          </a:p>
          <a:p>
            <a:r>
              <a:t>- Exchange feedback with a peer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Homework: Recipe 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Complete Recipe 4 from Baglione</a:t>
            </a:r>
          </a:p>
          <a:p>
            <a:r>
              <a:t>- Submit Exercises 1, 2, 3, and 4</a:t>
            </a:r>
          </a:p>
          <a:p>
            <a:r>
              <a:t>- Be prepared to discuss in the next session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