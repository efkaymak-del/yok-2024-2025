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tpbtoykeahbmdepurzw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tpbtoykeahbmdepurzw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https://docs.google.com/document/d/1u25Nyk2G9FWrqmJ36xETzVEvGZrRqquJ-hHVTHDGMJc/edit?tab=t.0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ygshgwjnbatxpkgjlln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ygshgwjnbatxpkgjlln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asxpwkprdmqwcueilxk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asxpwkprdmqwcueilxk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mwuprrgcciwcowebdlk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mwuprrgcciwcowebdlk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umhqytvlmeirujqwueux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umhqytvlmeirujqwueu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twjbqpradmtqkgsznmq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twjbqpradmtqkgsznmq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fjvvmgvmtetugrtdxqj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fjvvmgvmtetugrtdxqj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cltrayvxbyzxugzyzhxk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cltrayvxbyzxugzyzhx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ywftwxlvredrkmchhnl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ywftwxlvredrkmchhnl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qatippkrsotqejbvxgm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qatippkrsotqejbvxgm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imglxwgwdbbuuwzuduv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imglxwgwdbbuuwzuduv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E0A8"/>
                </a:solidFill>
              </a:rPr>
              <a:t>Writing a Research Paper: A Blueprint for Success</a:t>
            </a:r>
            <a:endParaRPr sz="2400">
              <a:solidFill>
                <a:srgbClr val="FFE0A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Introduction to Research Papers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research paper is like running a marathon - it requires planning and endurance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Each section has specific tasks and goals to accomplish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Success comes from following a systematic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research topics interest you? Think about what questions you'd like to explore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E0A8"/>
                </a:solidFill>
              </a:rPr>
              <a:t>Starting with a Research Question (RQ)</a:t>
            </a:r>
            <a:endParaRPr sz="2400">
              <a:solidFill>
                <a:srgbClr val="FFE0A8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Your RQ should interest you, scholars, policymakers and citizens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sets the foundation for your entire paper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Must be clear and focused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would you form a research question about a topic you care about?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Understanding the Academic Debate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what experts say about your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an annotated bibliography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Find scholarly books and articles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Group arguments into "schools of thought"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debates exist in your area of interest?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Developing Your Literature Review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Present different scholarly answers to your RQ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Assess strengths and weaknesses of arguments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Conclude with your thesis - your answer to the RQ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Remember: Your thesis builds on existing research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Creating Models and Hypotheses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Turn your thesis into a visual model showing cause and effect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Form a clear hypothesis about relationships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Example: "The more of X, the more/less of Y"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Can you think of a cause and effect relationship to study?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The Importance of Revision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 good writing requires multiple revisions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that each section accomplishes its purpose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Review grammar, spelling, and formatting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many times do you usually revise your work?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Designing Your Research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a plan to test your hypothesis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Select appropriate cases to study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Define how you'll measure concepts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data sources and collection methods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Analyzing Your Results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Evaluate how well the evidence supports your hypothesis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Present data clearly and effectively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Draw conclusions based on evidence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makes evidence convincing to you?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Writing Effective Bookends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Write conclusion first - what did you discover?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engaging introduction that previews paper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Craft clear, descriptive title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Both sections should connect to your main argument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E0A8"/>
                </a:solidFill>
              </a:rPr>
              <a:t>Final Steps to Success</a:t>
            </a:r>
            <a:endParaRPr sz="2500">
              <a:solidFill>
                <a:srgbClr val="FFE0A8"/>
              </a:solidFill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Polish your complete draft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connections between sections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clear communication throughout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proud of your careful, systematic 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research question would you like to explore?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