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wrexzuiiqgxnintoyeu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wrexzuiiqgxnintoyeu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from: https://docs.google.com/document/d/1u25Nyk2G9FWrqmJ36xETzVEvGZrRqquJ-hHVTHDGMJc/edit?tab=t.0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kipxyvarsquitffgqwy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kipxyvarsquitffgqwy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yivauixouyvnznsovrqh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yivauixouyvnznsovrqh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_nrjkadrsfeydskmpeye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_nrjkadrsfeydskmpeye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_krtbtdfgjvvhpnmnywxe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_krtbtdfgjvvhpnmnywxe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_sfmqupntmhpzjoerewb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_sfmqupntmhpzjoerewb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_qbfwyyqxekmivwbmzayq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_qbfwyyqxekmivwbmzayq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icnxuhtbfoftpdmoiqm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icnxuhtbfoftpdmoiqm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_rbfjbfrgpoffacsqxsu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_rbfjbfrgpoffacsqxsu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epfazpcizwjpiyeyyrxi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epfazpcizwjpiyeyyrxi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dkhpsacqldfwmjpflbl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dkhpsacqldfwmjpflbl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Understanding the Research Paper Writing Process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The Journey Begins: Research Question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Chapter 2 focuses on developing your Research Question (RQ)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Must be interesting and important to multiple audiences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Sets the foundation for your entire research paper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Think: What questions spark your curiosity in political science?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Exploring What Others Think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Chapter 3 introduces the Annotated Bibliography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Learn to find and evaluate scholarly sources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Group different scholarly perspectives into "schools of thought"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How do you tell a good source from a weak one?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Building the Literature Review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Chapter 4 teaches how to write the Literature Review (LR)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Transform your annotated bibliography notes into a cohesive review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Present and assess different scholarly arguments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Develop your own thesis as an answer to your RQ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Creating Your Model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Chapter 5 helps translate thesis into model and hypothesis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Models show relationships between causes and effects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Hypotheses specify how factors relate (positive/negative)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Can you think of a cause-and-effect relationship in politics?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The Art of Revision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Chapter 6 focuses on revision and editing skills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Check that each section achieves its purpose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Eliminate errors in grammar, spelling, and formatting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Why is editing just as important as writing?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Designing Your Research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90" name="Google Shape;90;p1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Chapter 7 covers creating your Research Design (RD)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Plan how to test your hypothesis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Select appropriate cases to study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Identify how to measure your concepts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Analyzing Your Results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96" name="Google Shape;96;p2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Chapter 8 guides you through analysis and assessment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Evaluate whether evidence supports your hypothesis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Learn to present data effectively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Consider: How will you know if your hypothesis is correct?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Wrapping It Up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Chapter 9 teaches how to write Introduction and Conclusion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Write conclusion first to know what you're introducing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Create compelling bookends for your paper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What makes a strong conclusion?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The Complete Package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08" name="Google Shape;108;p2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Your paper will have six major sections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Each section builds on previous work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Remember to revise continuously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Think of it as running a marathon, not a sprint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Keys to Success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14" name="Google Shape;114;p2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Break the process into manageable tasks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Work steadily over time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Use available resources and checklists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Remember: "slow and steady wins the race"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