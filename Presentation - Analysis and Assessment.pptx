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_bdsellrqmebgnihraric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_bdsellrqmebgnihraric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Created from: https://docs.google.com/document/d/1EW-cggFqXIq9AggmnFXq0YbHRMQh_gFQNgDqEo5RaFY/edit?tab=t.0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slide_momhsuzpzvrxemrfiyio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slide_momhsuzpzvrxemrfiyio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slide_cdgchjpgyixctjothrh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slide_cdgchjpgyixctjothrh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slide_yqhiesisyjbkoumtpamv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slide_yqhiesisyjbkoumtpamv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slide_cvmohjqunincynbdgdcd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slide_cvmohjqunincynbdgdcd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slide_crqoqdkcwyvnnecosaev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slide_crqoqdkcwyvnnecosaev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slide_sodwabjkilxjdcntgcp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slide_sodwabjkilxjdcntgcp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slide_irfpefyxrhvefhjqbhfv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slide_irfpefyxrhvefhjqbhfv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slide_mecsufxziozambtfajfj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slide_mecsufxziozambtfajfj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slide_ubivyfksameiowfhtvs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slide_ubivyfksameiowfhtvs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slide_rfkperckjztwdjzrrtqh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slide_rfkperckjztwdjzrrtqh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slide_uoqfcqgnlvehysjchwpf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slide_uoqfcqgnlvehysjchwpf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81000" y="1333500"/>
            <a:ext cx="82551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Research Paper Analysis and Assessment: Strategies and Techniques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Introduction to Analysis and Assessment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The critical phase of your research paper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Where you evaluate your hypothesis using evidence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Determines if your initial research question holds true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Focuses on carefully examining your variables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What is Analysis and Assessment?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The "trial phase" of your research project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Presenting logical arguments and supporting evidence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Systematic examination of your research hypothesis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Determining the relationship between variables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Two Main Types of Analysis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Qualitative Analysis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• Assessing evidence through words, images, and numbers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• Relies on researcher's interpretation of factors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Quantitative Analysis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• Primarily uses statistical data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• Relies on numerical evidence and statistical significance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Qualitative Analysis: Key Characteristics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Focuses on detailed examination of case studies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Evaluates variable values carefully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Looks for patterns and relationships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Requires methodical data collection and interpretation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Qualitative Analysis: Steps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84" name="Google Shape;84;p18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Identify research design parameters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Collect precise information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Analyze variable values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Make judgments about your hypothesis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Provide clear explanations of your findings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Quantitative Analysis: Statistical Approach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90" name="Google Shape;90;p19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Uses mathematical and statistical tools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Calculates relationships between variables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Employs techniques like: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• Chi-squared statistic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• Regression analysis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• Confidence level calculations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Understanding Statistical Significance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96" name="Google Shape;96;p20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Confidence levels determine hypothesis strength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90% or higher confidence is typically required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R² value shows how well variables are related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Lower values suggest weak relationships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Data Collection Strategies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02" name="Google Shape;102;p21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Use a "Raw Data Chart"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Collect information systematically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Focus on specific indicators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Be methodical in your approach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Common Challenges in Analysis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08" name="Google Shape;108;p22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Avoiding extraneous information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Staying focused on your hypothesis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Interpreting data objectively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Handling unexpected results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Writing Your Analysis Section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14" name="Google Shape;114;p23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Create a clear introduction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Present variable values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Explain statistical or qualitative findings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Discuss implications of your results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Prepare for potential alternative explanations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Hypothesis Evaluation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20" name="Google Shape;120;p24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Don't feel pressured to confirm your hypothesis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Scientific learning comes from being wrong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Accurately assess your contention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Use appropriate data and methods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